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mc:AlternateContent xmlns:mc="http://schemas.openxmlformats.org/markup-compatibility/2006" xmlns:p14="http://schemas.microsoft.com/office/powerpoint/2010/main">
    <mc:Choice Requires="p14">
      <p:transition spd="med" advClick="1">
        <p14:prism dir="l"/>
      </p:transition>
    </mc:Choice>
    <mc:Fallback>
      <p:transition spd="med" advClick="1">
        <p:fade/>
      </p:transition>
    </mc:Fallback>
  </mc:AlternateContent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