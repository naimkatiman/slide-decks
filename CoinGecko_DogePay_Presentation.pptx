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351" y="5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775BA8-B4F0-40C6-8200-6288A18FC24D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96FA82-26EF-4C1E-9441-91F88F3006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160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“Hi everyone, I’m Naim.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presentation shows how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CoinGecko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 help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DogePay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launch crypto price tracking for 2M users today, while preparing the platform for trading in the future.”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“Since this scenario simulates a first discovery call, I focused on three things: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1) Building trust in the data provider,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2) Showing a realistic rollout path,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3) Making sure the architecture scales for millions of users.”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6FA82-26EF-4C1E-9441-91F88F3006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7613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a regulated fintech like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DogePay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independence matters.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CoinGecko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aggregates data across 1,400 exchanges rather than operating an exchange itself, which removes conflicts of interest.”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6FA82-26EF-4C1E-9441-91F88F3006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509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“This slide is really about risk reduction.”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These aren't checkboxes for us. They're how we built the product from day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6FA82-26EF-4C1E-9441-91F88F3006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8585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commercial fit slide.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6FA82-26EF-4C1E-9441-91F88F3006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69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“I kept the product story modular. start small scale later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cue points: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API is the Phase 1 core for market data, metadata, and historical records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WebSocket is Phase 2 ready for real-time trading interfaces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SDKs and tooling reduce implementation time; extras are there but not central to this conversation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Transition: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“The most important part is how that product stack maps directly to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DogePay’s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roadmap.”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6FA82-26EF-4C1E-9441-91F88F3006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105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“This is the most tailored slide in the deck.”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cue points: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Phase 1: /simple/price, /coins/markets, and /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market_chart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cover price tracking, dashboards, and charts</a:t>
            </a:r>
          </a:p>
          <a:p>
            <a:pPr rtl="0" fontAlgn="ctr"/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Phase 2: WebSocket, tickers, and exchange data support pre-trading and execution needs</a:t>
            </a:r>
          </a:p>
          <a:p>
            <a:pPr rtl="0" fontAlgn="ctr"/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shows a clean roadmap from immediate launch needs to trading readiness later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 this match what your team was thinking architecturally, or are there constraints I should know about?</a:t>
            </a:r>
            <a:b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6FA82-26EF-4C1E-9441-91F88F3006C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970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more technical depth slide.</a:t>
            </a:r>
          </a:p>
          <a:p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cue points: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 does this scale to 2 million users without blowing up our API budget? The answer is in Redis caching 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estimated load stays around 5k to 10k calls a day, which keeps Phase 1 commercially efficient</a:t>
            </a:r>
          </a:p>
          <a:p>
            <a:pPr rtl="0" fontAlgn="ctr"/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 keys stay on the backend, and </a:t>
            </a:r>
          </a:p>
          <a:p>
            <a:pPr rtl="0" fontAlgn="ctr"/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WebSocket becomes the natural upgrade path for Phase 2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6FA82-26EF-4C1E-9441-91F88F3006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7521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his slide is confirmation, not persuasion..”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cue points: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Demo is for prototyping, Analyst is the right Phase 1 recommendation, Enterprise is for mission-critical trading later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Analyst fits the cached architecture and allows commercial use at a manageable cost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message here is transparent pricing, scalable growth, and no overbuying too early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I shift from presenting to discovering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6FA82-26EF-4C1E-9441-91F88F3006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7813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Without knowing all these, cost modeling is just an estimate.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6FA82-26EF-4C1E-9441-91F88F3006C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07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discussion to action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message: ready to help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DogePay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move from discovery to deployment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roadmap: discovery today, technical scoping in 48 hours, sandbox this week, proposal next week</a:t>
            </a:r>
          </a:p>
          <a:p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Close: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“Thanks for reviewing — I’m looking forward for questions.”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96FA82-26EF-4C1E-9441-91F88F3006C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0309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F9D48A3-4DFB-A53B-959E-88E66EDFDC5B}"/>
              </a:ext>
            </a:extLst>
          </p:cNvPr>
          <p:cNvSpPr/>
          <p:nvPr/>
        </p:nvSpPr>
        <p:spPr>
          <a:xfrm>
            <a:off x="4745421" y="1665889"/>
            <a:ext cx="1350579" cy="3573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514</Words>
  <Application>Microsoft Office PowerPoint</Application>
  <PresentationFormat>Widescreen</PresentationFormat>
  <Paragraphs>63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Naim Katiman</cp:lastModifiedBy>
  <cp:revision>3</cp:revision>
  <dcterms:created xsi:type="dcterms:W3CDTF">2013-01-27T09:14:16Z</dcterms:created>
  <dcterms:modified xsi:type="dcterms:W3CDTF">2026-03-17T04:51:33Z</dcterms:modified>
  <cp:category/>
</cp:coreProperties>
</file>